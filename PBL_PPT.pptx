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8" r:id="rId5"/>
    <p:sldId id="269" r:id="rId6"/>
    <p:sldId id="270" r:id="rId7"/>
    <p:sldId id="262" r:id="rId8"/>
    <p:sldId id="261" r:id="rId9"/>
    <p:sldId id="271" r:id="rId10"/>
    <p:sldId id="272" r:id="rId11"/>
    <p:sldId id="273" r:id="rId12"/>
    <p:sldId id="267" r:id="rId13"/>
    <p:sldId id="263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DED1DF-CF19-564B-8953-11549F0725FE}" v="83" dt="2026-02-15T16:04:33.0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94684"/>
  </p:normalViewPr>
  <p:slideViewPr>
    <p:cSldViewPr snapToGrid="0">
      <p:cViewPr varScale="1">
        <p:scale>
          <a:sx n="120" d="100"/>
          <a:sy n="120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BF2A8-2C8A-B248-BF6A-A44E904F8E3F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53330-18A2-5441-8CF9-FE6F08C6D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34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53330-18A2-5441-8CF9-FE6F08C6DE3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779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19/02/26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978194"/>
          </a:xfrm>
        </p:spPr>
        <p:txBody>
          <a:bodyPr/>
          <a:lstStyle/>
          <a:p>
            <a:r>
              <a:rPr lang="en-IN" dirty="0"/>
              <a:t>&lt;Compiler Optimization&gt;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Chaitanya Khokhar</a:t>
            </a:r>
          </a:p>
          <a:p>
            <a:r>
              <a:rPr lang="en-IN" dirty="0"/>
              <a:t>2427030546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 Ajay Kumar</a:t>
            </a: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dirty="0"/>
              <a:t>Compiler optimization refers to techniques used by a compiler to improve the performance of generated code without changing its output.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Modern compilers face performance bottlenecks in execution time and energy use. This project aims to design an optimized compiler framework improving both time and energy complexity.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3000" dirty="0"/>
              <a:t>By enhancing compiler optimization phases using hybrid analysis and predictive models, efficiency can be improved. The focus is on sustainable and faster code generation with reduced computational load.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8799-4048-5A27-9AC9-280E9A4C4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CD7FD3-97DE-7304-4B47-24DEA2A9AAF8}"/>
              </a:ext>
            </a:extLst>
          </p:cNvPr>
          <p:cNvSpPr txBox="1"/>
          <p:nvPr/>
        </p:nvSpPr>
        <p:spPr>
          <a:xfrm>
            <a:off x="838199" y="2017986"/>
            <a:ext cx="1088083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Existing software include : </a:t>
            </a:r>
          </a:p>
          <a:p>
            <a:pPr>
              <a:defRPr sz="2000"/>
            </a:pPr>
            <a:r>
              <a:rPr lang="en-US" sz="2800" dirty="0"/>
              <a:t>• GCC (GNU Compiler Collection)</a:t>
            </a:r>
          </a:p>
          <a:p>
            <a:pPr>
              <a:defRPr sz="2000"/>
            </a:pPr>
            <a:r>
              <a:rPr lang="en-US" sz="2800" dirty="0"/>
              <a:t>• LLVM (Low-Level Virtual Machine)</a:t>
            </a:r>
          </a:p>
          <a:p>
            <a:pPr>
              <a:defRPr sz="2000"/>
            </a:pPr>
            <a:r>
              <a:rPr lang="en-US" sz="2800" dirty="0"/>
              <a:t>• Intel ICC (Intel C++ Compiler)</a:t>
            </a:r>
          </a:p>
          <a:p>
            <a:pPr>
              <a:defRPr sz="2000"/>
            </a:pPr>
            <a:r>
              <a:rPr lang="en-US" sz="2800" dirty="0"/>
              <a:t>• Clang</a:t>
            </a:r>
          </a:p>
          <a:p>
            <a:pPr>
              <a:defRPr sz="2000"/>
            </a:pPr>
            <a:endParaRPr lang="en-US" sz="2800" dirty="0"/>
          </a:p>
          <a:p>
            <a:pPr>
              <a:defRPr sz="2000"/>
            </a:pPr>
            <a:r>
              <a:rPr lang="en-US" sz="2800" dirty="0"/>
              <a:t>Each offers optimization techniques, but often trade speed for energy or modularity.</a:t>
            </a:r>
          </a:p>
          <a:p>
            <a:pPr>
              <a:defRPr sz="2000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56391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56E21-C9D3-CA85-97DC-45EA0AF55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 (contd.)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8EDBA-BC6E-F7EB-B830-0A36F450BA45}"/>
              </a:ext>
            </a:extLst>
          </p:cNvPr>
          <p:cNvSpPr txBox="1"/>
          <p:nvPr/>
        </p:nvSpPr>
        <p:spPr>
          <a:xfrm>
            <a:off x="881555" y="2207172"/>
            <a:ext cx="1042888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000"/>
            </a:pPr>
            <a:r>
              <a:rPr lang="en-US" sz="2800" dirty="0"/>
              <a:t>Comparative Analysis:</a:t>
            </a:r>
          </a:p>
          <a:p>
            <a:pPr>
              <a:defRPr sz="2000"/>
            </a:pPr>
            <a:endParaRPr lang="en-US" sz="2800" dirty="0"/>
          </a:p>
          <a:p>
            <a:pPr>
              <a:defRPr sz="2000"/>
            </a:pPr>
            <a:r>
              <a:rPr lang="en-US" sz="2800" dirty="0"/>
              <a:t>| Compiler | Optimization |    Speed    |    Energy   | Modularity |</a:t>
            </a:r>
          </a:p>
          <a:p>
            <a:pPr>
              <a:defRPr sz="2000"/>
            </a:pPr>
            <a:r>
              <a:rPr lang="en-US" sz="2800" dirty="0"/>
              <a:t>|-----------   |  ----------------  |  -----------  |------------ | ------------- |</a:t>
            </a:r>
          </a:p>
          <a:p>
            <a:pPr>
              <a:defRPr sz="2000"/>
            </a:pPr>
            <a:r>
              <a:rPr lang="en-US" sz="2800" dirty="0"/>
              <a:t>| GCC          |           High        | Moderate | Moderate |    Medium    |</a:t>
            </a:r>
          </a:p>
          <a:p>
            <a:pPr>
              <a:defRPr sz="2000"/>
            </a:pPr>
            <a:r>
              <a:rPr lang="en-US" sz="2800" dirty="0"/>
              <a:t>| LLVM         |      Very High   |     High        |      High      |  Very High  |</a:t>
            </a:r>
          </a:p>
          <a:p>
            <a:pPr>
              <a:defRPr sz="2000"/>
            </a:pPr>
            <a:r>
              <a:rPr lang="en-US" sz="2800" dirty="0"/>
              <a:t>| ICC            |          High         | Moderate | Very High  |       Low        |</a:t>
            </a:r>
          </a:p>
          <a:p>
            <a:pPr>
              <a:defRPr sz="2000"/>
            </a:pPr>
            <a:r>
              <a:rPr lang="en-US" sz="2800" dirty="0"/>
              <a:t>| Clang        |      Moderate   | Very High |.    High        |     High        |</a:t>
            </a:r>
          </a:p>
        </p:txBody>
      </p:sp>
    </p:spTree>
    <p:extLst>
      <p:ext uri="{BB962C8B-B14F-4D97-AF65-F5344CB8AC3E}">
        <p14:creationId xmlns:p14="http://schemas.microsoft.com/office/powerpoint/2010/main" val="116667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EADA-9A14-F807-8F26-F9AA6F06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27038-57FF-6E76-95DF-E6066C766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design and implement an optimized compiler framework that reduces time and energy complexity during code generation and execution phases</a:t>
            </a:r>
          </a:p>
        </p:txBody>
      </p:sp>
    </p:spTree>
    <p:extLst>
      <p:ext uri="{BB962C8B-B14F-4D97-AF65-F5344CB8AC3E}">
        <p14:creationId xmlns:p14="http://schemas.microsoft.com/office/powerpoint/2010/main" val="245042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design and evaluate compiler optimization techniques that :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Reduce execution time </a:t>
            </a:r>
          </a:p>
          <a:p>
            <a:r>
              <a:rPr lang="en-US" dirty="0"/>
              <a:t>Lower energy consumption</a:t>
            </a:r>
          </a:p>
          <a:p>
            <a:r>
              <a:rPr lang="en-IN" dirty="0"/>
              <a:t>Maintain or improve computational accuracy</a:t>
            </a:r>
          </a:p>
          <a:p>
            <a:r>
              <a:rPr lang="en-IN" dirty="0"/>
              <a:t>Preserve scalability across different workloads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Background study conducted : </a:t>
            </a:r>
          </a:p>
          <a:p>
            <a:r>
              <a:rPr lang="en-IN" dirty="0"/>
              <a:t>Phases of compiler (Lexical Analysis, Syntax Analysis, Semantic Analysis, Intermediate Code, Optimization, Code Generation)</a:t>
            </a:r>
          </a:p>
          <a:p>
            <a:r>
              <a:rPr lang="en-IN" dirty="0"/>
              <a:t>Quicksort Algorithm</a:t>
            </a:r>
          </a:p>
          <a:p>
            <a:pPr lvl="1"/>
            <a:r>
              <a:rPr lang="en-IN" dirty="0"/>
              <a:t>Standard Implementation</a:t>
            </a:r>
          </a:p>
          <a:p>
            <a:pPr lvl="1"/>
            <a:r>
              <a:rPr lang="en-IN" dirty="0"/>
              <a:t>Randomized and Parallel Quicksort</a:t>
            </a:r>
          </a:p>
          <a:p>
            <a:r>
              <a:rPr lang="en-IN" dirty="0"/>
              <a:t>Multithreading</a:t>
            </a:r>
          </a:p>
          <a:p>
            <a:pPr lvl="1"/>
            <a:r>
              <a:rPr lang="en-IN" dirty="0"/>
              <a:t>Race Conditions</a:t>
            </a:r>
          </a:p>
          <a:p>
            <a:pPr lvl="1"/>
            <a:r>
              <a:rPr lang="en-IN" dirty="0"/>
              <a:t>Mutex &amp; Semaphore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FF539-5483-6F88-376D-86D45C00D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943" y="535493"/>
            <a:ext cx="10974113" cy="57870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Selected Benchmark Algorithm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Quicksort is selected as the primary test algorithm because:</a:t>
            </a:r>
          </a:p>
          <a:p>
            <a:pPr lvl="1"/>
            <a:r>
              <a:rPr lang="en-US" dirty="0"/>
              <a:t>It is computation-intensive</a:t>
            </a:r>
          </a:p>
          <a:p>
            <a:pPr lvl="1"/>
            <a:r>
              <a:rPr lang="en-US" dirty="0"/>
              <a:t>Supports parallel implementation</a:t>
            </a:r>
          </a:p>
          <a:p>
            <a:pPr lvl="1"/>
            <a:r>
              <a:rPr lang="en-US" dirty="0"/>
              <a:t>Allows evaluation of time and energy trade-offs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Implementation Variants</a:t>
            </a:r>
          </a:p>
          <a:p>
            <a:pPr lvl="1"/>
            <a:r>
              <a:rPr lang="en-US" dirty="0"/>
              <a:t>Basic sequential Quicksort</a:t>
            </a:r>
          </a:p>
          <a:p>
            <a:pPr lvl="1"/>
            <a:r>
              <a:rPr lang="en-US" dirty="0"/>
              <a:t>Randomized Quicksort</a:t>
            </a:r>
          </a:p>
          <a:p>
            <a:pPr lvl="1"/>
            <a:r>
              <a:rPr lang="en-US" dirty="0"/>
              <a:t>Parallel Quicksort using multithreading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741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9DC89F1-0A31-3B10-3E55-9E52B5BAC5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" y="550274"/>
            <a:ext cx="8807669" cy="6617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Optimization Phase Focus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Optimizations will be applied during the 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Intermediate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Representation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(IR) phase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Techniques to be Applied</a:t>
            </a:r>
          </a:p>
          <a:p>
            <a:pPr lvl="1"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Loop optimization (loop unrolling, invariant code motion)</a:t>
            </a:r>
          </a:p>
          <a:p>
            <a:pPr lvl="1"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Dead code elimination</a:t>
            </a:r>
          </a:p>
          <a:p>
            <a:pPr lvl="1"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Constant folding and propagation</a:t>
            </a:r>
          </a:p>
          <a:p>
            <a:pPr lvl="1">
              <a:lnSpc>
                <a:spcPct val="100000"/>
              </a:lnSpc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Basic instruction scheduling</a:t>
            </a:r>
          </a:p>
          <a:p>
            <a:pPr lvl="1">
              <a:lnSpc>
                <a:spcPct val="100000"/>
              </a:lnSpc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/>
              <a:t>Parallel Execution Considerations</a:t>
            </a:r>
          </a:p>
          <a:p>
            <a:pPr lvl="1"/>
            <a:r>
              <a:rPr lang="en-US" dirty="0"/>
              <a:t>Minimize thread idle time</a:t>
            </a:r>
          </a:p>
          <a:p>
            <a:pPr lvl="1"/>
            <a:r>
              <a:rPr lang="en-US" dirty="0"/>
              <a:t>Avoid race conditions using synchronization</a:t>
            </a:r>
          </a:p>
          <a:p>
            <a:pPr lvl="1"/>
            <a:r>
              <a:rPr lang="en-US" dirty="0"/>
              <a:t>Evaluate overhead caused by locking mechanisms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en-US" dirty="0">
              <a:solidFill>
                <a:srgbClr val="00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985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29365-3B1C-E03B-DFAE-754905BA3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972" y="53011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Performance Metrics</a:t>
            </a:r>
          </a:p>
          <a:p>
            <a:pPr lvl="1"/>
            <a:r>
              <a:rPr lang="en-US" dirty="0"/>
              <a:t>Execution time (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Speedup ratio (Parallel vs Sequential)</a:t>
            </a:r>
          </a:p>
          <a:p>
            <a:pPr lvl="1"/>
            <a:r>
              <a:rPr lang="en-US" dirty="0"/>
              <a:t>CPU utilization (%)</a:t>
            </a:r>
          </a:p>
          <a:p>
            <a:pPr lvl="1"/>
            <a:r>
              <a:rPr lang="en-US" dirty="0"/>
              <a:t>Memory usage (MB)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Energy-Related Metrics</a:t>
            </a:r>
          </a:p>
          <a:p>
            <a:pPr lvl="1"/>
            <a:r>
              <a:rPr lang="en-US" dirty="0"/>
              <a:t>Runtime duration</a:t>
            </a:r>
          </a:p>
          <a:p>
            <a:pPr lvl="1"/>
            <a:r>
              <a:rPr lang="en-US" dirty="0"/>
              <a:t>CPU cycle estimation</a:t>
            </a:r>
          </a:p>
          <a:p>
            <a:pPr lvl="1"/>
            <a:r>
              <a:rPr lang="en-US" dirty="0"/>
              <a:t>Thread overhead impact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523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989"/>
            <a:ext cx="10515600" cy="1325563"/>
          </a:xfrm>
        </p:spPr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163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Next semester goals 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-Implement at least 2-3 optimization techniques, such as : </a:t>
            </a:r>
          </a:p>
          <a:p>
            <a:r>
              <a:rPr lang="en-US" dirty="0"/>
              <a:t>Loop optimization</a:t>
            </a:r>
          </a:p>
          <a:p>
            <a:r>
              <a:rPr lang="en-US" dirty="0"/>
              <a:t>Dead code elimination</a:t>
            </a:r>
          </a:p>
          <a:p>
            <a:r>
              <a:rPr lang="en-US" dirty="0"/>
              <a:t>Constant folding</a:t>
            </a:r>
          </a:p>
          <a:p>
            <a:pPr marL="0" indent="0">
              <a:buNone/>
            </a:pPr>
            <a:r>
              <a:rPr lang="en-US" dirty="0"/>
              <a:t>-Measure : </a:t>
            </a:r>
          </a:p>
          <a:p>
            <a:r>
              <a:rPr lang="en-US" dirty="0"/>
              <a:t>Execution time</a:t>
            </a:r>
          </a:p>
          <a:p>
            <a:r>
              <a:rPr lang="en-US" dirty="0"/>
              <a:t>CPU utilization</a:t>
            </a:r>
          </a:p>
          <a:p>
            <a:r>
              <a:rPr lang="en-US" dirty="0"/>
              <a:t>Memory usage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Aho, Lam, Sethi &amp; Ullman - </a:t>
            </a:r>
            <a:r>
              <a:rPr lang="en-US" i="1" dirty="0"/>
              <a:t>Compilers: Principles, Techniques, and Tools </a:t>
            </a:r>
            <a:r>
              <a:rPr lang="en-US" dirty="0"/>
              <a:t>(Pearson Global Edition Reprint, 2019)</a:t>
            </a:r>
          </a:p>
          <a:p>
            <a:r>
              <a:rPr lang="en-US" dirty="0"/>
              <a:t>Thomas H. </a:t>
            </a:r>
            <a:r>
              <a:rPr lang="en-US" dirty="0" err="1"/>
              <a:t>Cormen</a:t>
            </a:r>
            <a:r>
              <a:rPr lang="en-US" dirty="0"/>
              <a:t> et al. - </a:t>
            </a:r>
            <a:r>
              <a:rPr lang="en-US" i="1" dirty="0"/>
              <a:t>Introduction to Algorithms </a:t>
            </a:r>
            <a:r>
              <a:rPr lang="en-US" dirty="0"/>
              <a:t>(4th Edition, 2022)</a:t>
            </a:r>
          </a:p>
          <a:p>
            <a:r>
              <a:rPr lang="en-US" dirty="0"/>
              <a:t>Andrew S. Tanenbaum &amp; Herbert Bos - </a:t>
            </a:r>
            <a:r>
              <a:rPr lang="en-US" i="1" dirty="0"/>
              <a:t>Modern Operating Systems(</a:t>
            </a:r>
            <a:r>
              <a:rPr lang="en-US" dirty="0"/>
              <a:t>4th Edition, 2020 Reprint)</a:t>
            </a:r>
          </a:p>
          <a:p>
            <a:r>
              <a:rPr lang="en-IN" dirty="0"/>
              <a:t>MIT </a:t>
            </a:r>
            <a:r>
              <a:rPr lang="en-US" dirty="0" err="1"/>
              <a:t>OpenCourseWare</a:t>
            </a:r>
            <a:r>
              <a:rPr lang="en-US" dirty="0"/>
              <a:t> - Parallel and Randomized Algorithms (Accessed 2023)</a:t>
            </a:r>
          </a:p>
          <a:p>
            <a:r>
              <a:rPr lang="en-US" dirty="0"/>
              <a:t>Stanford CS Lectures - Energy Efficient Computing Systems (Accessed 2024)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577</Words>
  <Application>Microsoft Macintosh PowerPoint</Application>
  <PresentationFormat>Widescreen</PresentationFormat>
  <Paragraphs>108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 Theme</vt:lpstr>
      <vt:lpstr>&lt;Compiler Optimization&gt;</vt:lpstr>
      <vt:lpstr>Outline</vt:lpstr>
      <vt:lpstr>Introduction</vt:lpstr>
      <vt:lpstr>Literature Review </vt:lpstr>
      <vt:lpstr>Literature Review (contd.)</vt:lpstr>
      <vt:lpstr>Problem Statement</vt:lpstr>
      <vt:lpstr>Objectives</vt:lpstr>
      <vt:lpstr>Proposed Methodology</vt:lpstr>
      <vt:lpstr>PowerPoint Presentation</vt:lpstr>
      <vt:lpstr>PowerPoint Presentation</vt:lpstr>
      <vt:lpstr>PowerPoint Presentation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Chaitanya Khokhar [CSE - 2024]</cp:lastModifiedBy>
  <cp:revision>9</cp:revision>
  <dcterms:created xsi:type="dcterms:W3CDTF">2025-09-29T05:03:41Z</dcterms:created>
  <dcterms:modified xsi:type="dcterms:W3CDTF">2026-02-19T05:23:43Z</dcterms:modified>
</cp:coreProperties>
</file>